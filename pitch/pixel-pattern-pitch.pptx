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15 s — Buenas, somos [Nombre del equipo] y esto es Pixel Pattern. En cuatro minutos os enseñamos cómo convertir una foto en un patrón de HAMA o punto de cruz y cómo compartirlo con una comunidad que los hace. Vamos al lío.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30 s — Si alguna vez habéis hecho un patrón desde una foto, conocéis el dolor: cuentas cuadraditos a mano y buscas un color que se parezca... y resulta que no existe en Hama ni en DMC. Y lo que hay en Pinterest o en blogs está en una imagen, sin lista de materiales ni progreso. El patrón es bonito; hacerlo es otra historia.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25 s — Pixel Pattern junta las tres piezas que faltaban. Conviertes una foto o un dibujo en un patrón con colores reales de fabricante; lo editas cuenta a cuenta y te llevas un PDF con la lista de materiales; y lo publicas en una comunidad con feed, perfiles y remix. Crear, hacer y compartir, por fin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30 s — Aquí está el corazón del producto. Subes una foto y, con un par de ajustes, la simplificamos a un dibujo: menos colores y formas más limpias. Después la pasamos a la paleta real de Hama o DMC, así que cada color se puede comprar. Y si algo no te convence, cambias las cuentas una a una en 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40 s — Por dentro es una cadena de pasos. Suavizamos con OpenCV para quitar ruido; reducimos a la rejilla; agrupamos los colores con k-means en espacio CIELAB, no en RGB. ¿Por qué? Porque CIELAB mide la distancia de color como la percibe el ojo: dos rojos casi iguales quedan cerca, y no nos llevamos un azul raro solo porque lo digan los números. Después emparejamos con la paleta real del fabricante, limpiamos píxeles sueltos y listo.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30 s — Una vez publicado, cualquiera puede abrirlo en modo hacer. Se sigue color por color, que es como se trabaja de verdad: pones todas las cuentas de un color y no vas cambiando de bote. Marcas las que llevas, ves el progreso y tienes la lista de materiales con las cuentas y las placas. Al terminar, exportas el PDF y lo imprimes.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30 s — La parte social es intencionadamente familiar: feed tipo Instagram, con likes, guardados y comentarios; perfiles a los que seguir; y un botón de remix para adaptar el patrón de otra persona. El buscador encuentra perfiles, patrones y hashtags: buscas gato o pixel art y encuentras ideas y gente a la que seguir. La comunidad es lo que hace crecer el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25 s — Técnicamente no hay magia: React y TypeScript en el frontend, FastAPI y SQLite detrás, y un motor en Python con NumPy, OpenCV y scikit-learn. El PDF se genera con ReportLab. Todo habla por una API REST con el mismo contrato de datos, PatternData. Eso nos permitió construir en paralelo sin pisarnos.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25 s — Y aquí está la parte de la que estamos más orgullosos: cinco personas, cinco ramas y un contrato de API cerrado desde el minuto cero. Cada persona era dueña de sus archivos, así que los merges salieron limpios. Trabajamos con agentes de IA de opencode: nos repartimos el producto, no los conflictos de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20 s — ¿Y después? Más marcas de cuentas e hilos, una app móvil con cámara, patrones 3D para HAMA y, a más largo plazo, una tienda de kits con los materiales exactos de cada patrón. Cerrar el círculo entre la idea y la manualidad.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15 s — Esto es Pixel Pattern: una forma más rápida de pasar de una foto a algo que puedes hacer con las manos, y una comunidad para compartirlo. El código y la demo están en el QR. Gracias, y ahora... ¡a hacer patrones!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HACKATHON · [NOMBRE DEL HACKATHON]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6583680" cy="22402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1F1D2B"/>
                </a:solidFill>
                <a:latin typeface="Segoe UI"/>
              </a:rPr>
              <a:t>Pixel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1F1D2B"/>
                </a:solidFill>
                <a:latin typeface="Segoe UI"/>
              </a:rPr>
              <a:t>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593592"/>
            <a:ext cx="1051560" cy="6400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931920"/>
            <a:ext cx="6035040" cy="10058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E6A7C"/>
                </a:solidFill>
                <a:latin typeface="Segoe UI"/>
              </a:rPr>
              <a:t>Crea, comparte y haz patrones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E6A7C"/>
                </a:solidFill>
                <a:latin typeface="Segoe UI"/>
              </a:rPr>
              <a:t>de HAMA y punto de cruz</a:t>
            </a:r>
          </a:p>
        </p:txBody>
      </p:sp>
      <p:sp>
        <p:nvSpPr>
          <p:cNvPr id="6" name="Rectangle 5"/>
          <p:cNvSpPr/>
          <p:nvPr/>
        </p:nvSpPr>
        <p:spPr>
          <a:xfrm>
            <a:off x="8526780" y="144475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97112" y="144475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144475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48772" y="144475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56448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26780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7112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7444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08108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78440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48772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19104" y="181508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6780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7112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67444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37776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08108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78440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48772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19104" y="218541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26780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97112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67444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37776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08108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78440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48772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19104" y="2555748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6780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97112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67444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37776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08108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78440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48772" y="2926080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97112" y="329641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67444" y="329641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37776" y="329641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08108" y="329641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78440" y="3296412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67444" y="366674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37776" y="366674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08108" y="3666744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37776" y="4037076"/>
            <a:ext cx="333756" cy="3337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6448" y="4736592"/>
            <a:ext cx="33375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6E6A7C"/>
                </a:solidFill>
                <a:latin typeface="Segoe UI"/>
              </a:rPr>
              <a:t>1 píxel = 1 cuenta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559552"/>
            <a:ext cx="5943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D2B"/>
                </a:solidFill>
                <a:latin typeface="Segoe UI"/>
              </a:rPr>
              <a:t>[Nombre del hackathon]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852160"/>
            <a:ext cx="59436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A7C"/>
                </a:solidFill>
                <a:latin typeface="Segoe UI"/>
              </a:rPr>
              <a:t>[Nombre del equipo]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Crear un patrón desde una foto es tedioso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50008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E8456B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2313432"/>
            <a:ext cx="539496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Contar cuentas a mano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5607" y="2898648"/>
            <a:ext cx="4709160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91256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E8456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154679"/>
            <a:ext cx="539496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Colores que no existen en tu marca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5607" y="3739896"/>
            <a:ext cx="4709160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32503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E8456B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3995928"/>
            <a:ext cx="5394960" cy="5029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Patrones dispersos, sin progreso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2240280"/>
            <a:ext cx="39319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5" y="2514600"/>
            <a:ext cx="3291839" cy="9601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E8456B"/>
                </a:solidFill>
                <a:latin typeface="Segoe UI"/>
              </a:rPr>
              <a:t>4.800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3474720"/>
            <a:ext cx="3291839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7C"/>
                </a:solidFill>
                <a:latin typeface="Segoe UI"/>
              </a:rPr>
              <a:t>cuentas en 80 ×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7264" y="408736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408736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408736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75904" y="408736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8784" y="408736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41664" y="408736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4544" y="408736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4" y="408736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2726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014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427024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7590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5878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4166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454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427024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7264" y="445312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4" y="445312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4" y="445312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5904" y="445312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58784" y="445312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41664" y="445312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24544" y="445312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07424" y="445312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2726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1014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75904" y="463600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5878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4166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2454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07424" y="463600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27264" y="481888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10144" y="481888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93024" y="481888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75904" y="481888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58784" y="4818888"/>
            <a:ext cx="141732" cy="14173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41664" y="481888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24544" y="481888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07424" y="4818888"/>
            <a:ext cx="141732" cy="14173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Una app, todo el ciclo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2304288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6403" y="2304288"/>
            <a:ext cx="118872" cy="118872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8" y="2455164"/>
            <a:ext cx="118872" cy="118872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6403" y="2455164"/>
            <a:ext cx="118872" cy="118872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20116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CREA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78608"/>
            <a:ext cx="4206240" cy="7132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Foto o dibujo → patrón con colores Hama y DMC.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3419856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403" y="3419856"/>
            <a:ext cx="118872" cy="118872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" y="3570732"/>
            <a:ext cx="118872" cy="118872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3" y="3570732"/>
            <a:ext cx="118872" cy="118872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401568"/>
            <a:ext cx="20116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HAZ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94176"/>
            <a:ext cx="4206240" cy="7132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Edita, exporta e imprime.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4535423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3" y="4535423"/>
            <a:ext cx="118872" cy="118872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" y="4686299"/>
            <a:ext cx="118872" cy="118872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3" y="4686299"/>
            <a:ext cx="118872" cy="118872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517136"/>
            <a:ext cx="20116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COMPARTE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09744"/>
            <a:ext cx="4206240" cy="7132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Feed, perfiles y remix.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011680"/>
            <a:ext cx="502920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3952" y="2130552"/>
            <a:ext cx="4791456" cy="3374136"/>
          </a:xfrm>
          <a:prstGeom prst="roundRect">
            <a:avLst>
              <a:gd name="adj" fmla="val 2000"/>
            </a:avLst>
          </a:prstGeom>
          <a:solidFill>
            <a:srgbClr val="ECE5DC"/>
          </a:solidFill>
          <a:ln w="15875">
            <a:solidFill>
              <a:srgbClr val="C9BF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634740"/>
            <a:ext cx="4791456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7C"/>
                </a:solidFill>
                <a:latin typeface="Segoe UI"/>
              </a:rPr>
              <a:t>Captura: crear.png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DEMO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De foto a patrón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5217" y="2523744"/>
            <a:ext cx="10972" cy="2615184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84048" cy="38404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456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286000"/>
            <a:ext cx="388620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Sube tu foto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00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84048" cy="38404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456B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3154680"/>
            <a:ext cx="388620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Simplifica a dibujo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06907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79"/>
            <a:ext cx="384048" cy="38404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456B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023359"/>
            <a:ext cx="388620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Colores reales Hama / DMC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3775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E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37759"/>
            <a:ext cx="384048" cy="38404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456B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4892040"/>
            <a:ext cx="388620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Retoca cuenta a cuenta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8152" y="1389888"/>
            <a:ext cx="5641848" cy="45537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07024" y="1508760"/>
            <a:ext cx="5404104" cy="4315968"/>
          </a:xfrm>
          <a:prstGeom prst="roundRect">
            <a:avLst>
              <a:gd name="adj" fmla="val 2000"/>
            </a:avLst>
          </a:prstGeom>
          <a:solidFill>
            <a:srgbClr val="ECE5DC"/>
          </a:solidFill>
          <a:ln w="15875">
            <a:solidFill>
              <a:srgbClr val="C9BF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3483863"/>
            <a:ext cx="5404104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7C"/>
                </a:solidFill>
                <a:latin typeface="Segoe UI"/>
              </a:rPr>
              <a:t>Captura: foto-a-patron.png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Del píxel al patrón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7DED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7DED4"/>
                </a:solidFill>
                <a:latin typeface="Segoe UI"/>
              </a:rPr>
              <a:t/>
            </a:r>
          </a:p>
        </p:txBody>
      </p:sp>
      <p:sp>
        <p:nvSpPr>
          <p:cNvPr id="9" name="Right Arrow 8"/>
          <p:cNvSpPr/>
          <p:nvPr/>
        </p:nvSpPr>
        <p:spPr>
          <a:xfrm>
            <a:off x="2115921" y="3072384"/>
            <a:ext cx="164592" cy="164592"/>
          </a:xfrm>
          <a:prstGeom prst="rightArrow">
            <a:avLst/>
          </a:prstGeom>
          <a:solidFill>
            <a:srgbClr val="C9C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6749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5621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E6A7C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8189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D2B"/>
                </a:solidFill>
                <a:latin typeface="Segoe UI"/>
              </a:rPr>
              <a:t>Suavizado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9901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7C"/>
                </a:solidFill>
                <a:latin typeface="Segoe UI"/>
              </a:rPr>
              <a:t>OpenCV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75430" y="3072384"/>
            <a:ext cx="164592" cy="164592"/>
          </a:xfrm>
          <a:prstGeom prst="rightArrow">
            <a:avLst/>
          </a:prstGeom>
          <a:solidFill>
            <a:srgbClr val="C9C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96258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5130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E6A7C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7698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D2B"/>
                </a:solidFill>
                <a:latin typeface="Segoe UI"/>
              </a:rPr>
              <a:t>Rejilla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9410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7C"/>
                </a:solidFill>
                <a:latin typeface="Segoe UI"/>
              </a:rPr>
              <a:t/>
            </a:r>
          </a:p>
        </p:txBody>
      </p:sp>
      <p:sp>
        <p:nvSpPr>
          <p:cNvPr id="19" name="Right Arrow 18"/>
          <p:cNvSpPr/>
          <p:nvPr/>
        </p:nvSpPr>
        <p:spPr>
          <a:xfrm>
            <a:off x="5234940" y="3072384"/>
            <a:ext cx="164592" cy="164592"/>
          </a:xfrm>
          <a:prstGeom prst="rightArrow">
            <a:avLst/>
          </a:prstGeom>
          <a:solidFill>
            <a:srgbClr val="C9C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55767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4639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7207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k-means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8919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CIELAB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94449" y="3072384"/>
            <a:ext cx="164592" cy="164592"/>
          </a:xfrm>
          <a:prstGeom prst="rightArrow">
            <a:avLst/>
          </a:prstGeom>
          <a:solidFill>
            <a:srgbClr val="C9C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15276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4148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E6A7C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6716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D2B"/>
                </a:solidFill>
                <a:latin typeface="Segoe UI"/>
              </a:rPr>
              <a:t>Paleta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8428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7C"/>
                </a:solidFill>
                <a:latin typeface="Segoe UI"/>
              </a:rPr>
              <a:t>Hama · DMC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353958" y="3072384"/>
            <a:ext cx="164592" cy="164592"/>
          </a:xfrm>
          <a:prstGeom prst="rightArrow">
            <a:avLst/>
          </a:prstGeom>
          <a:solidFill>
            <a:srgbClr val="C9C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74786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3658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E6A7C"/>
                </a:solidFill>
                <a:latin typeface="Segoe U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6226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D2B"/>
                </a:solidFill>
                <a:latin typeface="Segoe UI"/>
              </a:rPr>
              <a:t>Limpieza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7938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7C"/>
                </a:solidFill>
                <a:latin typeface="Segoe UI"/>
              </a:rPr>
              <a:t>píxeles sueltos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13467" y="3072384"/>
            <a:ext cx="164592" cy="164592"/>
          </a:xfrm>
          <a:prstGeom prst="rightArrow">
            <a:avLst/>
          </a:prstGeom>
          <a:solidFill>
            <a:srgbClr val="C9C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34295" y="2331720"/>
            <a:ext cx="1280160" cy="1645920"/>
          </a:xfrm>
          <a:prstGeom prst="roundRect">
            <a:avLst>
              <a:gd name="adj" fmla="val 5000"/>
            </a:avLst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3167" y="2450592"/>
            <a:ext cx="457200" cy="2011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E7DED4"/>
                </a:solidFill>
                <a:latin typeface="Segoe U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5735" y="2743200"/>
            <a:ext cx="1097280" cy="56692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Patrón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07447" y="3438144"/>
            <a:ext cx="1133856" cy="34747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7DED4"/>
                </a:solidFill>
                <a:latin typeface="Segoe UI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434840"/>
            <a:ext cx="10637215" cy="914400"/>
          </a:xfrm>
          <a:prstGeom prst="roundRect">
            <a:avLst>
              <a:gd name="adj" fmla="val 5000"/>
            </a:avLst>
          </a:prstGeom>
          <a:solidFill>
            <a:srgbClr val="FBE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4434840"/>
            <a:ext cx="9978847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456B"/>
                </a:solidFill>
                <a:latin typeface="Segoe UI"/>
              </a:rPr>
              <a:t>CIELAB</a:t>
            </a:r>
            <a:r>
              <a:rPr sz="1650" b="0" i="0">
                <a:solidFill>
                  <a:srgbClr val="1F1D2B"/>
                </a:solidFill>
                <a:latin typeface="Segoe UI"/>
              </a:rPr>
              <a:t> — distancia de color como la percibe el ojo.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DEMO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Hazlo tú, cuenta a cuenta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27632"/>
            <a:ext cx="5641848" cy="42793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46504"/>
            <a:ext cx="5404104" cy="4041648"/>
          </a:xfrm>
          <a:prstGeom prst="roundRect">
            <a:avLst>
              <a:gd name="adj" fmla="val 2000"/>
            </a:avLst>
          </a:prstGeom>
          <a:solidFill>
            <a:srgbClr val="ECE5DC"/>
          </a:solidFill>
          <a:ln w="15875">
            <a:solidFill>
              <a:srgbClr val="C9BF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84448"/>
            <a:ext cx="5404104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7C"/>
                </a:solidFill>
                <a:latin typeface="Segoe UI"/>
              </a:rPr>
              <a:t>Captura: hacer.png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48272" y="2478024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2331720"/>
            <a:ext cx="420624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Modo por color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8272" y="3264408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3118103"/>
            <a:ext cx="420624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Progreso cuenta a cuenta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8272" y="4050791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3904487"/>
            <a:ext cx="420624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Lista de materiales y placas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272" y="4837176"/>
            <a:ext cx="118872" cy="11887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4690872"/>
            <a:ext cx="4206240" cy="4754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1D2B"/>
                </a:solidFill>
                <a:latin typeface="Segoe UI"/>
              </a:rPr>
              <a:t>PDF imprimible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COMUNIDAD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Comparte. Descubre. Remezcla.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193792" cy="3145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221991"/>
            <a:ext cx="4956048" cy="2907791"/>
          </a:xfrm>
          <a:prstGeom prst="roundRect">
            <a:avLst>
              <a:gd name="adj" fmla="val 2000"/>
            </a:avLst>
          </a:prstGeom>
          <a:solidFill>
            <a:srgbClr val="ECE5DC"/>
          </a:solidFill>
          <a:ln w="15875">
            <a:solidFill>
              <a:srgbClr val="C9BF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493007"/>
            <a:ext cx="495604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7C"/>
                </a:solidFill>
                <a:latin typeface="Segoe UI"/>
              </a:rPr>
              <a:t>Captura: feed.png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2103120"/>
            <a:ext cx="5193792" cy="3145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45936" y="2221991"/>
            <a:ext cx="4956048" cy="2907791"/>
          </a:xfrm>
          <a:prstGeom prst="roundRect">
            <a:avLst>
              <a:gd name="adj" fmla="val 2000"/>
            </a:avLst>
          </a:prstGeom>
          <a:solidFill>
            <a:srgbClr val="ECE5DC"/>
          </a:solidFill>
          <a:ln w="15875">
            <a:solidFill>
              <a:srgbClr val="C9BF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3493007"/>
            <a:ext cx="4956048" cy="36576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A7C"/>
                </a:solidFill>
                <a:latin typeface="Segoe UI"/>
              </a:rPr>
              <a:t>Captura: buscador.png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504688"/>
            <a:ext cx="1874519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04688"/>
            <a:ext cx="1874519" cy="402336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A7C"/>
                </a:solidFill>
                <a:latin typeface="Segoe UI"/>
              </a:rPr>
              <a:t>Feed tipo Instagram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5504688"/>
            <a:ext cx="27249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5504688"/>
            <a:ext cx="2724912" cy="402336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A7C"/>
                </a:solidFill>
                <a:latin typeface="Segoe UI"/>
              </a:rPr>
              <a:t>Likes, guardados, comentarios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05856" y="5504688"/>
            <a:ext cx="170078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5856" y="5504688"/>
            <a:ext cx="1700784" cy="402336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A7C"/>
                </a:solidFill>
                <a:latin typeface="Segoe UI"/>
              </a:rPr>
              <a:t>Seguir y remix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2" y="5504688"/>
            <a:ext cx="3794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2" y="5504688"/>
            <a:ext cx="3794760" cy="402336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6A7C"/>
                </a:solidFill>
                <a:latin typeface="Segoe UI"/>
              </a:rPr>
              <a:t>Buscador: perfiles, patrones y #tags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TECNOLOGÍA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Simple por fuera, sólido por dentro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063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2514600"/>
            <a:ext cx="105156" cy="1051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19" y="2514600"/>
            <a:ext cx="105156" cy="105156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651760"/>
            <a:ext cx="105156" cy="105156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2651760"/>
            <a:ext cx="105156" cy="1051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251460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E8456B"/>
                </a:solidFill>
                <a:latin typeface="Segoe U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18688"/>
            <a:ext cx="251460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1D2B"/>
                </a:solidFill>
                <a:latin typeface="Segoe UI"/>
              </a:rPr>
              <a:t>React · TypeScript · Tailwind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2286000"/>
            <a:ext cx="3063240" cy="2194560"/>
          </a:xfrm>
          <a:prstGeom prst="roundRect">
            <a:avLst>
              <a:gd name="adj" fmla="val 5000"/>
            </a:avLst>
          </a:prstGeom>
          <a:solidFill>
            <a:srgbClr val="FBE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37176" y="2514600"/>
            <a:ext cx="105156" cy="1051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74336" y="2514600"/>
            <a:ext cx="105156" cy="105156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37176" y="2651760"/>
            <a:ext cx="105156" cy="105156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74336" y="2651760"/>
            <a:ext cx="105156" cy="105156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2880360"/>
            <a:ext cx="251460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E8456B"/>
                </a:solidFill>
                <a:latin typeface="Segoe UI"/>
              </a:rPr>
              <a:t>API + BD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3218688"/>
            <a:ext cx="251460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1D2B"/>
                </a:solidFill>
                <a:latin typeface="Segoe UI"/>
              </a:rPr>
              <a:t>FastAPI · SQLite · JWT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2286000"/>
            <a:ext cx="3063240" cy="2194560"/>
          </a:xfrm>
          <a:prstGeom prst="roundRect">
            <a:avLst>
              <a:gd name="adj" fmla="val 5000"/>
            </a:avLst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22792" y="2514600"/>
            <a:ext cx="105156" cy="1051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2514600"/>
            <a:ext cx="105156" cy="105156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2651760"/>
            <a:ext cx="105156" cy="105156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59952" y="2651760"/>
            <a:ext cx="105156" cy="105156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2880360"/>
            <a:ext cx="251460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F28CA4"/>
                </a:solidFill>
                <a:latin typeface="Segoe UI"/>
              </a:rPr>
              <a:t>MOTOR DE PATRONES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218688"/>
            <a:ext cx="251460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NumPy · OpenCV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scikit-learn · ReportLab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941063" y="3246120"/>
            <a:ext cx="521207" cy="274320"/>
          </a:xfrm>
          <a:prstGeom prst="rightArrow">
            <a:avLst/>
          </a:prstGeom>
          <a:solidFill>
            <a:srgbClr val="E9BE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726679" y="3246120"/>
            <a:ext cx="521207" cy="274320"/>
          </a:xfrm>
          <a:prstGeom prst="rightArrow">
            <a:avLst/>
          </a:prstGeom>
          <a:solidFill>
            <a:srgbClr val="E9BE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10637215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A7C"/>
                </a:solidFill>
                <a:latin typeface="Segoe UI"/>
              </a:rPr>
              <a:t>Un contrato de datos común: PatternData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CÓMO TRABAJAMOS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Cinco personas, un solo contrato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2688336"/>
            <a:ext cx="9354311" cy="10972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8136" y="2359152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359152"/>
            <a:ext cx="658368" cy="65836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D2B"/>
                </a:solidFill>
                <a:latin typeface="Segoe UI"/>
              </a:rPr>
              <a:t>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59152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359152"/>
            <a:ext cx="658368" cy="65836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31546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D2B"/>
                </a:solidFill>
                <a:latin typeface="Segoe UI"/>
              </a:rPr>
              <a:t>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359152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359152"/>
            <a:ext cx="658368" cy="65836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31546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D2B"/>
                </a:solidFill>
                <a:latin typeface="Segoe UI"/>
              </a:rPr>
              <a:t>Social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359152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4" y="2359152"/>
            <a:ext cx="658368" cy="65836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31546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D2B"/>
                </a:solidFill>
                <a:latin typeface="Segoe UI"/>
              </a:rPr>
              <a:t>Editor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42448" y="2359152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2448" y="2359152"/>
            <a:ext cx="658368" cy="65836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3154680"/>
            <a:ext cx="15544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D2B"/>
                </a:solidFill>
                <a:latin typeface="Segoe UI"/>
              </a:rPr>
              <a:t>Social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3401568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3271" y="4334256"/>
            <a:ext cx="91440" cy="91440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2143" y="4334256"/>
            <a:ext cx="91440" cy="91440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3271" y="4453128"/>
            <a:ext cx="91440" cy="91440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2143" y="4453128"/>
            <a:ext cx="91440" cy="91440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4727448"/>
            <a:ext cx="2889504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D2B"/>
                </a:solidFill>
                <a:latin typeface="Segoe UI"/>
              </a:rPr>
              <a:t>Contrato de API desde el minuto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8264" y="4069080"/>
            <a:ext cx="3401568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4296" y="4334256"/>
            <a:ext cx="91440" cy="91440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73168" y="4334256"/>
            <a:ext cx="91440" cy="91440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54296" y="4453128"/>
            <a:ext cx="91440" cy="91440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73168" y="4453128"/>
            <a:ext cx="91440" cy="91440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4727448"/>
            <a:ext cx="2889504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D2B"/>
                </a:solidFill>
                <a:latin typeface="Segoe UI"/>
              </a:rPr>
              <a:t>Un dueño por archivo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4069080"/>
            <a:ext cx="3401568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4334256"/>
            <a:ext cx="91440" cy="91440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94192" y="4334256"/>
            <a:ext cx="91440" cy="91440"/>
          </a:xfrm>
          <a:prstGeom prst="rect">
            <a:avLst/>
          </a:prstGeom>
          <a:solidFill>
            <a:srgbClr val="F2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4453128"/>
            <a:ext cx="91440" cy="91440"/>
          </a:xfrm>
          <a:prstGeom prst="rect">
            <a:avLst/>
          </a:prstGeom>
          <a:solidFill>
            <a:srgbClr val="1F1D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94192" y="4453128"/>
            <a:ext cx="91440" cy="91440"/>
          </a:xfrm>
          <a:prstGeom prst="rect">
            <a:avLst/>
          </a:prstGeom>
          <a:solidFill>
            <a:srgbClr val="CB31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4727448"/>
            <a:ext cx="2889504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D2B"/>
                </a:solidFill>
                <a:latin typeface="Segoe UI"/>
              </a:rPr>
              <a:t>Agentes de IA (opencode) en paralelo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10515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1D2B"/>
                </a:solidFill>
                <a:latin typeface="Segoe UI"/>
              </a:rPr>
              <a:t>Lo que viene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56231"/>
            <a:ext cx="566928" cy="50292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246888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5486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E8456B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192024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F1D2B"/>
                </a:solidFill>
                <a:latin typeface="Segoe UI"/>
              </a:rPr>
              <a:t>Más marcas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224528"/>
            <a:ext cx="1920240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43984"/>
            <a:ext cx="1920240" cy="5943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A7C"/>
                </a:solidFill>
                <a:latin typeface="Segoe UI"/>
              </a:rPr>
              <a:t>Cuentas e hilos de más fabricantes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286000"/>
            <a:ext cx="246888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542032"/>
            <a:ext cx="5486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E8456B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3017520"/>
            <a:ext cx="192024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F1D2B"/>
                </a:solidFill>
                <a:latin typeface="Segoe UI"/>
              </a:rPr>
              <a:t>App móvil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76472" y="4224528"/>
            <a:ext cx="1920240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4443984"/>
            <a:ext cx="1920240" cy="5943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A7C"/>
                </a:solidFill>
                <a:latin typeface="Segoe UI"/>
              </a:rPr>
              <a:t>Cámara integrada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286000"/>
            <a:ext cx="246888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542032"/>
            <a:ext cx="5486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E8456B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3017520"/>
            <a:ext cx="192024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F1D2B"/>
                </a:solidFill>
                <a:latin typeface="Segoe UI"/>
              </a:rPr>
              <a:t>Patrones 3D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1384" y="4224528"/>
            <a:ext cx="1920240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4443984"/>
            <a:ext cx="1920240" cy="5943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A7C"/>
                </a:solidFill>
                <a:latin typeface="Segoe UI"/>
              </a:rPr>
              <a:t>HAMA en relieve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2286000"/>
            <a:ext cx="246888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4"/>
            </a:solidFill>
          </a:ln>
          <a:effectLst>
            <a:outerShdw blurRad="152400" dist="30000" dir="5400000" algn="ctr" rotWithShape="0">
              <a:srgbClr val="1F1D2B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2542032"/>
            <a:ext cx="5486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E8456B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017520"/>
            <a:ext cx="1920240" cy="9144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F1D2B"/>
                </a:solidFill>
                <a:latin typeface="Segoe UI"/>
              </a:rPr>
              <a:t>Tienda de kits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6" y="4224528"/>
            <a:ext cx="1920240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4443984"/>
            <a:ext cx="1920240" cy="5943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6A7C"/>
                </a:solidFill>
                <a:latin typeface="Segoe UI"/>
              </a:rPr>
              <a:t>Materiales exactos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327648"/>
            <a:ext cx="10637215" cy="8229"/>
          </a:xfrm>
          <a:prstGeom prst="rect">
            <a:avLst/>
          </a:prstGeom>
          <a:solidFill>
            <a:srgbClr val="E7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4572000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Pixel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90">
                <a:solidFill>
                  <a:srgbClr val="E8456B"/>
                </a:solidFill>
                <a:latin typeface="Segoe UI"/>
              </a:rPr>
              <a:t>EL PRÓXIMO PATRÓN ES TUYO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949440" cy="7315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F1D2B"/>
                </a:solidFill>
                <a:latin typeface="Segoe UI"/>
              </a:rPr>
              <a:t>Pixel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93392"/>
            <a:ext cx="6949440" cy="10058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456B"/>
                </a:solidFill>
                <a:latin typeface="Segoe UI"/>
              </a:rPr>
              <a:t>¡Gracias!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3364992"/>
            <a:ext cx="1051560" cy="6400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675887"/>
            <a:ext cx="6400800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1D2B"/>
                </a:solidFill>
                <a:latin typeface="Segoe UI"/>
              </a:rPr>
              <a:t>Demo y código en el QR.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114800"/>
            <a:ext cx="64008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A7C"/>
                </a:solidFill>
                <a:latin typeface="Segoe UI"/>
              </a:rPr>
              <a:t>[enlace a la demo]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7315200" cy="32004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6A7C"/>
                </a:solidFill>
                <a:latin typeface="Segoe UI"/>
              </a:rPr>
              <a:t>[Nombre del equipo] · [Nombre del hackathon]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481328"/>
            <a:ext cx="306324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456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481328"/>
            <a:ext cx="3063240" cy="306324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A7C"/>
                </a:solidFill>
                <a:latin typeface="Segoe UI"/>
              </a:rPr>
              <a:t>[QR / enlace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6A7C"/>
                </a:solidFill>
                <a:latin typeface="Segoe UI"/>
              </a:rPr>
              <a:t>a la demo]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66276" y="495604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44584" y="495604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57816" y="495604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36124" y="495604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66276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44584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22892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79508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57816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36124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14432" y="513435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6276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44584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2892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9508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57816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6124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14432" y="531266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66276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44584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2892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79508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57816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36124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14432" y="5490972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66276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44584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22892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79508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57816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36124" y="5669280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44584" y="584758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22892" y="584758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01200" y="584758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79508" y="584758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57816" y="5847588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22892" y="602589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602589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79508" y="6025896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01200" y="6204204"/>
            <a:ext cx="155448" cy="155448"/>
          </a:xfrm>
          <a:prstGeom prst="rect">
            <a:avLst/>
          </a:prstGeom>
          <a:solidFill>
            <a:srgbClr val="E845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6419088"/>
            <a:ext cx="1810512" cy="2286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6A7C"/>
                </a:solidFill>
                <a:latin typeface="Segoe U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Pattern — Pitch</dc:title>
  <dc:subject>Crea, comparte y haz patrones de HAMA y punto de cruz</dc:subject>
  <dc:creator>Pixel Pattern</dc:creator>
  <cp:keywords>HAMA, punto de cruz, patrones,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